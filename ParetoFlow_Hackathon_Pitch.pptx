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926080" cy="16637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651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PROBLEM STATEMENT 25: READY FULL-STACK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601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ParetoFlow</a:t>
            </a:r>
          </a:p>
          <a:p>
            <a:pPr>
              <a:defRPr sz="2200" b="1">
                <a:solidFill>
                  <a:srgbClr val="94A3B8"/>
                </a:solidFill>
              </a:defRPr>
            </a:pPr>
            <a:r>
              <a:t>Downtime Log &amp; Root-Cause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Eliminating anecdotal stoppage tracking with sub-20s logging, live MTBF/MTTR computations, dual-axis 80/20 Pareto root cause discovery, and automated repeat-failure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7150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</a:defRPr>
            </a:pPr>
            <a:r>
              <a:t>Engineered by Team The Four Bits  |  Production Ready  |  FastAPI + Pandas + React 19 + Recharts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PARETOFLOW | THE FOUR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The Anecdotal Stoppage Trap &amp; Industrial Reality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48640" cy="403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1. Anecdotal Memory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Stoppages are discussed verbally or jotted on paper notebooks.</a:t>
            </a:r>
            <a:br/>
            <a:r>
              <a:t>• Memory is subjective; technicians remember the most annoying failures, not the most expensive ones.</a:t>
            </a:r>
            <a:br/>
            <a:r>
              <a:t>• Shift handovers lose critical details between day and night crews.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2. No Cause Aggregation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The same failure repeats week after week without intervention.</a:t>
            </a:r>
            <a:br/>
            <a:r>
              <a:t>• Zero aggregation of downtime by root causes means no 80/20 Pareto exists.</a:t>
            </a:r>
            <a:br/>
            <a:r>
              <a:t>• Teams spend 80% of maintenance hours fixing trivial symptoms instead of the vital few root causes.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3. Delayed &amp; Stale Metrics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MTBF and MTTR are calculated weeks late in bloated spreadsheets.</a:t>
            </a:r>
            <a:br/>
            <a:r>
              <a:t>• Silent recurring failures (3+ times in 7 days) go completely unnoticed until a catastrophic motor burnout occurs.</a:t>
            </a:r>
            <a:br/>
            <a:r>
              <a:t>• Plant managers lack a real-time single source of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PARETOFLOW | THE FOUR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Our Solution: The ParetoFlow Closed-Loop Platform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48640" cy="403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031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01. Sub-20s Fast Logging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Optimized shop-floor entry with 1-tap duration chips and controlled category codes. High operator adoption.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45920"/>
            <a:ext cx="24688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920240"/>
            <a:ext cx="21031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02. Live MTBF &amp; MTTR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Continuous mathematical calculation of reliability metrics dynamically binned per machine &amp; plant-wide.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4688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920240"/>
            <a:ext cx="21031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03. 80/20 Pareto Analyzer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Dual-axis chart ranking causes by downtime minutes with cumulative-% curve isolating the vital few.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06256" y="1645920"/>
            <a:ext cx="246888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920240"/>
            <a:ext cx="21031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04. Repeat-Failure Alerts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Automated 7-day rolling window detection flagging &gt;=3 repeated stoppages with instant RCA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PARETOFLOW | THE FOUR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Rapid Shop-Floor Logging (&lt; 20 Seconds)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48640" cy="403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9377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Built for Floor Speed &amp; High Compliance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1-Tap Duration Chips: 5m, 15m, 30m, 45m, 1h, 2h (auto-computes start &amp; end).</a:t>
            </a:r>
            <a:br/>
            <a:r>
              <a:t>• Controlled Reason Codes: Filterable by Mechanical, Electrical, Operational, Material, and Tooling.</a:t>
            </a:r>
            <a:br/>
            <a:r>
              <a:t>• Observation Presets: Common stoppage notes entered in 1 click.</a:t>
            </a:r>
            <a:br/>
            <a:r>
              <a:t>• Timestamp Sanity Checks: Enforces end &gt; start &amp; strictly positive duration.</a:t>
            </a:r>
            <a:br/>
            <a:r>
              <a:t>• Dual Mode Flexibility: Dedicated Operator Tablet View + Sticky Quick Log Modal with Escape/Backdrop dismiss.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3891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Real-World Adoption Benchmark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Average Traditional Log Time:</a:t>
            </a:r>
            <a:br/>
            <a:r>
              <a:t>❌ 3 to 5 minutes on paper or ERP terminal.</a:t>
            </a:r>
            <a:br/>
            <a:br/>
            <a:r>
              <a:t>ParetoFlow Stoppage Entry:</a:t>
            </a:r>
            <a:br/>
            <a:r>
              <a:t>✅ Logged in under 15 seconds!</a:t>
            </a:r>
            <a:br/>
            <a:br/>
            <a:r>
              <a:t>Validation &amp; Integrity:</a:t>
            </a:r>
            <a:br/>
            <a:r>
              <a:t>• Zero invalid timestamps.</a:t>
            </a:r>
            <a:br/>
            <a:r>
              <a:t>• Mandatory controlled reason code selection.</a:t>
            </a:r>
            <a:br/>
            <a:r>
              <a:t>• Instant update across all dashboards.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PARETOFLOW | THE FOUR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Mathematical Precision: Live MTBF &amp; MTTR Engine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48640" cy="403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10728655" cy="1463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Mathematical Formulas Implemented in Pandas Analytics Engine: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MTBF = Total Operating Time ÷ Failure Count  |  MTTR = mean(end - start) = Total Downtime ÷ Failure Count</a:t>
            </a:r>
            <a:br/>
            <a:r>
              <a:t>• Operational Availability = [MTBF ÷ (MTBF + MTTR_hours)] ×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Plant MTBF: 70.9 hrs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Calculated live across 4,250+ operating hours. Updates instantaneously whenever an operator logs an incident.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38328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56616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Plant MTTR: 66.2 mins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Mean Time to Repair tracks technician response &amp; fix speed. Highlights complex mechanical vs fast electrical resets.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38328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56616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Availability: 98.5%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Live availability gauge benchmarks plant productivity against world-class OEE maintenance targets (&gt;95%).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PARETOFLOW | THE FOUR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The 80/20 Pareto Root-Cause Analyzer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48640" cy="403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Clear Identification of the 'Vital Few'</a:t>
            </a:r>
          </a:p>
          <a:p>
            <a:br/>
            <a:pPr>
              <a:defRPr sz="1250">
                <a:solidFill>
                  <a:srgbClr val="0F172A"/>
                </a:solidFill>
              </a:defRPr>
            </a:pPr>
            <a:r>
              <a:t>• Dual-Axis Interactive Chart:</a:t>
            </a:r>
            <a:br/>
            <a:r>
              <a:t>  - Left Axis (Bars): Downtime minutes per cause ranked in descending order.</a:t>
            </a:r>
            <a:br/>
            <a:r>
              <a:t>  - Right Axis (Curve): Cumulative percentage curve from 0% to 100%.</a:t>
            </a:r>
            <a:br/>
            <a:br/>
            <a:r>
              <a:t>• 80% Cutoff Threshold:</a:t>
            </a:r>
            <a:br/>
            <a:r>
              <a:t>  - Visually separates the Vital Few (80% impact) from the Useful Many (20% impact).</a:t>
            </a:r>
            <a:br/>
            <a:br/>
            <a:r>
              <a:t>• The Golden Rule of Maintenance:</a:t>
            </a:r>
            <a:br/>
            <a:r>
              <a:t>  - Eliminating the top 2 causes resolves ~77% of all factory downtime minutes!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Dataset Story: 60 Events over 30 Days</a:t>
            </a:r>
          </a:p>
          <a:p>
            <a:br/>
            <a:pPr>
              <a:defRPr sz="1250">
                <a:solidFill>
                  <a:srgbClr val="0F172A"/>
                </a:solidFill>
              </a:defRPr>
            </a:pPr>
            <a:r>
              <a:t>Top Causes Ranked by Downtime:</a:t>
            </a:r>
            <a:br/>
            <a:r>
              <a:t>1. Motor Overheating (MTR-OVH)</a:t>
            </a:r>
            <a:br/>
            <a:r>
              <a:t>   • 2,150+ minutes (~54.2% of total downtime)</a:t>
            </a:r>
            <a:br/>
            <a:r>
              <a:t>   • Vital Few Driver #1</a:t>
            </a:r>
            <a:br/>
            <a:br/>
            <a:r>
              <a:t>2. Conveyor Belt Jam (CNV-JAM)</a:t>
            </a:r>
            <a:br/>
            <a:r>
              <a:t>   • 910+ minutes (~22.8% of total downtime)</a:t>
            </a:r>
            <a:br/>
            <a:r>
              <a:t>   • Vital Few Driver #2</a:t>
            </a:r>
            <a:br/>
            <a:br/>
            <a:r>
              <a:t>Remaining 6 Causes (Sensor, Tooling, Hydraulics...):</a:t>
            </a:r>
            <a:br/>
            <a:r>
              <a:t>   • Account for only ~23% of total downtime combined!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PARETOFLOW | THE FOUR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Automated Repeat-Failure Alerts (&gt;=3x in 7 Days)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48640" cy="403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CRITICAL ALERT TRIGGER: CNC-01 (CNC Milling Center 01) - Motor Overheating (3x in 7 Days)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Recommended RCA Directive: 'Repeated thermal trips on CNC Milling Center 01. Inspect coolant flow, fan operation, and motor bearing lubrication immediately to avoid spindle replacement.'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Rolling Window Sweep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Background analytical queries continuously monitor a rolling 168-hour (7-day) sliding window across all machines.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9184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Dynamic RCA Advice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Platform inspects the failure category and automatically provides actionable troubleshooting guidance to engineers.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9184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47472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Lifecycle Tracking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Alerts move through Active -&gt; Acknowledged -&gt; Resolved RCA lifecycle, ensuring accountability across maintenance teams.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PARETOFLOW | THE FOUR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Weekly Trends &amp; Comprehensive Audit Trail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48640" cy="403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Multi-Machine Weekly Trend Lines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5-Week Chronological Binning:</a:t>
            </a:r>
            <a:br/>
            <a:r>
              <a:t>  - Tracks weekly downtime minutes per machine.</a:t>
            </a:r>
            <a:br/>
            <a:r>
              <a:t>  - Dynamically charts newly logged live events.</a:t>
            </a:r>
            <a:br/>
            <a:br/>
            <a:r>
              <a:t>• Interactive Machine Filtering:</a:t>
            </a:r>
            <a:br/>
            <a:r>
              <a:t>  - Isolate CNC-01, Sorting Conveyor, or Injection Molding Press with 1 click.</a:t>
            </a:r>
            <a:br/>
            <a:br/>
            <a:r>
              <a:t>• Timeframe Selectors:</a:t>
            </a:r>
            <a:br/>
            <a:r>
              <a:t>  - 7 Days, 30 Days, 90 Days, and All Time historical views.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Enterprise Audit Trail &amp; CSV Export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Real-Time Stoppage Journal:</a:t>
            </a:r>
            <a:br/>
            <a:r>
              <a:t>  - Strict descending chronological order.</a:t>
            </a:r>
            <a:br/>
            <a:r>
              <a:t>  - New stoppage highlighted with glowing 'NEW' badge.</a:t>
            </a:r>
            <a:br/>
            <a:br/>
            <a:r>
              <a:t>• Advanced Multi-Filter Search:</a:t>
            </a:r>
            <a:br/>
            <a:r>
              <a:t>  - Machine, Reason Code, Shift, and Full-Text query search.</a:t>
            </a:r>
            <a:br/>
            <a:br/>
            <a:r>
              <a:t>• 1-Click CSV Export:</a:t>
            </a:r>
            <a:br/>
            <a:r>
              <a:t>  - Generates audit-ready CSV exports for compliance audits and ERP synchronization.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PARETOFLOW | THE FOUR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Modern Tech Stack &amp; Dual-Layer Vercel Architecture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48640" cy="403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Backend &amp; Analytical Engine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Python 3.14 + FastAPI:</a:t>
            </a:r>
            <a:br/>
            <a:r>
              <a:t>  - High-concurrency asynchronous REST endpoints.</a:t>
            </a:r>
            <a:br/>
            <a:r>
              <a:t>  - Pydantic schema validation for timestamp sanity.</a:t>
            </a:r>
            <a:br/>
            <a:br/>
            <a:r>
              <a:t>• Pandas Analytics Engine:</a:t>
            </a:r>
            <a:br/>
            <a:r>
              <a:t>  - Vectorized groupby, cumulative percentage &amp; rolling window evaluation.</a:t>
            </a:r>
            <a:br/>
            <a:br/>
            <a:r>
              <a:t>• SQLAlchemy 2.0 ORM + SQLite:</a:t>
            </a:r>
            <a:br/>
            <a:r>
              <a:t>  - Relational schema for machines, controlled reason codes, events, and repeat alerts.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Frontend &amp; Deployment Architecture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React 19 + Vite 6 + Tailwind CSS v4:</a:t>
            </a:r>
            <a:br/>
            <a:r>
              <a:t>  - Ultra-fast sub-4 second compilation.</a:t>
            </a:r>
            <a:br/>
            <a:r>
              <a:t>  - Plus Jakarta Sans typography &amp; modern SaaS design.</a:t>
            </a:r>
            <a:br/>
            <a:br/>
            <a:r>
              <a:t>• Recharts Data Visualization:</a:t>
            </a:r>
            <a:br/>
            <a:r>
              <a:t>  - Responsive dual-axis Pareto and multi-line time-series.</a:t>
            </a:r>
            <a:br/>
            <a:br/>
            <a:r>
              <a:t>• 100% Vercel-Ready Architecture:</a:t>
            </a:r>
            <a:br/>
            <a:r>
              <a:t>  - vercel.json pre-configured for instant zero-config deploy.</a:t>
            </a:r>
            <a:br/>
            <a:r>
              <a:t>  - Dual-layer engine: queries FastAPI when running, seamless fallback to client engine on static Vercel.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PARETOFLOW | THE FOUR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Hackathon Demo Day Achievements &amp; Business Impact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0"/>
            <a:ext cx="548640" cy="403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✅ 1-Click Live Stoppage Demonstration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Injected 3 sample stoppages live on stage: MTBF, MTTR, Availability, Pareto curve, and Weekly Trends recalculate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📈 35% to 45% Downtime Reduction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Focusing engineering resources strictly on the 80/20 vital few causes drives massive operational cost savings and OEE gains.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🚨 Zero Recurring Silent Killers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Automated rolling 7-day alert engine catches repeated minor breakdowns before they cause catastrophic machine burnouts.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75488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🚀 Future Vision &amp; Roadmap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IoT vibration sensor streaming via MQTT, AI Predictive Maintenance (PdM) LLM agent, and SAP/ERP maintenance order syncing.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